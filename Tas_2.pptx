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Task 2 — Communication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My selected communication system for the search-and-rescue 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2 requirements: choose RC, telemetry and VTX; explain use, model, protocol, range, power and Pixhawk connections.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141732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72768"/>
            <a:ext cx="30540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RC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2980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FlySky FS-i6X + FS-iA6B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Pilot control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2.4 GHz / PPM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383280" cy="141732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72768"/>
            <a:ext cx="30540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39112"/>
            <a:ext cx="2980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Holybro SiK Telemetry Radio V3</a:t>
            </a:r>
          </a:p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Flight data to ground station</a:t>
            </a:r>
          </a:p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UART / MAVLink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417320"/>
            <a:ext cx="3383280" cy="14173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572768"/>
            <a:ext cx="30540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VTX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039112"/>
            <a:ext cx="2980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Walksnail Avatar V2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Live digital video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5.725–5.850 GHz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703320"/>
            <a:ext cx="672084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3858768"/>
            <a:ext cx="6391655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Main flight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4325112"/>
            <a:ext cx="631850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Pixhawk 6C Mini</a:t>
            </a:r>
          </a:p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Receives pilot inputs + sends/receives telemetry + interfaces with the flight system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2834640"/>
            <a:ext cx="1508760" cy="86868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2834640"/>
            <a:ext cx="0" cy="86868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098280" y="2834640"/>
            <a:ext cx="758952" cy="868680"/>
          </a:xfrm>
          <a:prstGeom prst="line">
            <a:avLst/>
          </a:prstGeom>
          <a:ln w="27940">
            <a:solidFill>
              <a:srgbClr val="7B5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4884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16FB4"/>
                </a:solidFill>
                <a:latin typeface="Aptos"/>
              </a:defRPr>
            </a:pPr>
            <a:r>
              <a:t>PPM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E9E60"/>
                </a:solidFill>
                <a:latin typeface="Aptos"/>
              </a:defRPr>
            </a:pPr>
            <a:r>
              <a:t>UART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7B52AB"/>
                </a:solidFill>
                <a:latin typeface="Aptos"/>
              </a:defRPr>
            </a:pPr>
            <a:r>
              <a:t>OSD / video 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RC System — Pilot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The RC link is mainly for sending commands from the pilot to the drone.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2 requirements: choose RC, telemetry and VTX; explain use, model, protocol, range, power and Pixhawk connections.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514600" cy="132588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72768"/>
            <a:ext cx="21854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FS-i6X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211226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Transmitter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Pilot sends stick/switch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417320"/>
            <a:ext cx="251460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1572768"/>
            <a:ext cx="21854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FS-iA6B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2039112"/>
            <a:ext cx="211226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Receiver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Receives the 2.4 GHz RF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417320"/>
            <a:ext cx="4709160" cy="132588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1572768"/>
            <a:ext cx="437997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Pixhawk 6C 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039112"/>
            <a:ext cx="430682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RC IN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Receives PPM / SBUS input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2057400"/>
            <a:ext cx="548640" cy="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7920" y="2057400"/>
            <a:ext cx="548640" cy="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88920" y="17190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16FB4"/>
                </a:solidFill>
                <a:latin typeface="Aptos"/>
              </a:defRPr>
            </a:pPr>
            <a:r>
              <a:t>2.4 GHz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190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16FB4"/>
                </a:solidFill>
                <a:latin typeface="Aptos"/>
              </a:defRPr>
            </a:pPr>
            <a:r>
              <a:t>PPM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97280" y="3154680"/>
          <a:ext cx="9875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583680"/>
              </a:tblGrid>
              <a:tr h="3331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My selection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Transmitter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FlySky FS-i6X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Receiver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FS-iA6B</a:t>
                      </a:r>
                    </a:p>
                  </a:txBody>
                  <a:tcPr marL="73152" marR="73152" marT="36576" marB="36576"/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Wireless link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2.4 GHz / AFHDS 2A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Receiver outputs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PWM / PPM / i.BUS / S.BUS</a:t>
                      </a:r>
                    </a:p>
                  </a:txBody>
                  <a:tcPr marL="73152" marR="73152" marT="36576" marB="36576"/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Range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500–1500 m in air (manufacturer spec)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Power to receiver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4.0–8.4 V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Telemetry — Flight Data to the 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Telemetry is for status information, not for pilot stick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2 requirements: choose RC, telemetry and VTX; explain use, model, protocol, range, power and Pixhawk connections.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834640" cy="132588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72768"/>
            <a:ext cx="25054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Pixhawk 6C 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243230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TELEM1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UART TX/RX + 5 V + GND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17320"/>
            <a:ext cx="2834640" cy="132588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1572768"/>
            <a:ext cx="25054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SiK Radio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7" y="2039112"/>
            <a:ext cx="243230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Air radio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MAVLink packets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417320"/>
            <a:ext cx="2834640" cy="132588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572768"/>
            <a:ext cx="25054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Ground Radio / Laptop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039112"/>
            <a:ext cx="243230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Ground station</a:t>
            </a:r>
          </a:p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Mission Planner / QGroundControl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74720" y="2057400"/>
            <a:ext cx="1188720" cy="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2057400"/>
            <a:ext cx="1188721" cy="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1188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E9E60"/>
                </a:solidFill>
                <a:latin typeface="Aptos"/>
              </a:defRPr>
            </a:pPr>
            <a:r>
              <a:t>UART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1737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E9E60"/>
                </a:solidFill>
                <a:latin typeface="Aptos"/>
              </a:defRPr>
            </a:pPr>
            <a:r>
              <a:t>RF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5468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Battery voltage / status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GPS position and altitude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Speed and flight mode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System and mission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4663440" cy="2194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310128"/>
            <a:ext cx="4334255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Why I picked SiK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776472"/>
            <a:ext cx="4261103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It is made for Pixhawk-style flight controllers and is designed to work with MAVLink and ground-station software.</a:t>
            </a:r>
          </a:p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Typical range is better than 300 m out of the box; larger ranges are possible with a suitable ground antenna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VTX — Live Video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The VTX sends the camera view to the pilot. It is separate from telemetry.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2 requirements: choose RC, telemetry and VTX; explain use, model, protocol, range, power and Pixhawk connections.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971800" cy="141732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72768"/>
            <a:ext cx="26426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Search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25694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Live camera feed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Mounted facing the search 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417320"/>
            <a:ext cx="2971800" cy="14173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572768"/>
            <a:ext cx="26426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Walksnail Avatar V2 VTX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39112"/>
            <a:ext cx="25694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Digital video transmitter</a:t>
            </a:r>
          </a:p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5.725–5.850 GHz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417320"/>
            <a:ext cx="2971800" cy="141732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572768"/>
            <a:ext cx="26426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FPV Goggles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2039112"/>
            <a:ext cx="25694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Receives the live video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Pilot can visually search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2103120"/>
            <a:ext cx="960120" cy="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2103120"/>
            <a:ext cx="960120" cy="0"/>
          </a:xfrm>
          <a:prstGeom prst="line">
            <a:avLst/>
          </a:prstGeom>
          <a:ln w="27940">
            <a:solidFill>
              <a:srgbClr val="7B5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67328" y="17647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16FB4"/>
                </a:solidFill>
                <a:latin typeface="Aptos"/>
              </a:defRPr>
            </a:pPr>
            <a:r>
              <a:t>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7647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7B52AB"/>
                </a:solidFill>
                <a:latin typeface="Aptos"/>
              </a:defRPr>
            </a:pPr>
            <a:r>
              <a:t>5.8 GHz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14400" y="3246120"/>
          <a:ext cx="10378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178040"/>
              </a:tblGrid>
              <a:tr h="31350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VTX model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Walksnail Avatar V2 module (dual antenna)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Video system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Digital HD</a:t>
                      </a:r>
                    </a:p>
                  </a:txBody>
                  <a:tcPr marL="73152" marR="73152" marT="36576" marB="36576"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Frequency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5.725–5.850 GHz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Input voltage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6–25.2 V</a:t>
                      </a:r>
                    </a:p>
                  </a:txBody>
                  <a:tcPr marL="73152" marR="73152" marT="36576" marB="36576"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VTX weight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15.4 g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Manufacturer-stated distance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Up to about 4 km for the V2 kit under stated conditions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Connection Architecture — I/O Pins I Actually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I am treating each component as a black box and only showing the external connections I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2 requirements: choose RC, telemetry and VTX; explain use, model, protocol, range, power and Pixhawk connections.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743200" cy="205740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72768"/>
            <a:ext cx="2414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FS-iA6B Receiver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23408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VCC → +5 V</a:t>
            </a:r>
          </a:p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GND → GND</a:t>
            </a:r>
          </a:p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PPM → RC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234440"/>
            <a:ext cx="2834640" cy="242316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389888"/>
            <a:ext cx="25054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Pixhawk 6C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856232"/>
            <a:ext cx="243230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RC IN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TELEM1: TX / RX / VCC / GND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Main flight controller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417320"/>
            <a:ext cx="2743200" cy="205740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572768"/>
            <a:ext cx="2414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SiK Radio 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039112"/>
            <a:ext cx="23408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TX ↔ RX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RX ↔ TX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VCC → +5 V</a:t>
            </a:r>
          </a:p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GND → GND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2011680"/>
            <a:ext cx="1463040" cy="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1965960"/>
            <a:ext cx="1371600" cy="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29000" y="1645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16FB4"/>
                </a:solidFill>
                <a:latin typeface="Aptos"/>
              </a:defRPr>
            </a:pPr>
            <a:r>
              <a:t>PPM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6276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E9E60"/>
                </a:solidFill>
                <a:latin typeface="Aptos"/>
              </a:defRPr>
            </a:pPr>
            <a:r>
              <a:t>UART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4069080"/>
            <a:ext cx="38862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4178808"/>
            <a:ext cx="3611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B52AB"/>
                </a:solidFill>
              </a:defRPr>
            </a:pPr>
            <a:r>
              <a:t>VTX 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544568"/>
            <a:ext cx="357530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29323D"/>
                </a:solidFill>
              </a:defRPr>
            </a:pPr>
            <a:r>
              <a:t>Power input → suitable regulated/battery rail.</a:t>
            </a:r>
            <a:br/>
            <a:r>
              <a:t>Camera → VTX using the supplied harness.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246120" cy="1143000"/>
          </a:xfrm>
          <a:prstGeom prst="roundRect">
            <a:avLst/>
          </a:prstGeom>
          <a:solidFill>
            <a:srgbClr val="FAEFE1"/>
          </a:solidFill>
          <a:ln w="15240">
            <a:solidFill>
              <a:srgbClr val="E0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178808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08B36"/>
                </a:solidFill>
              </a:defRPr>
            </a:pPr>
            <a:r>
              <a:t>Important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4544568"/>
            <a:ext cx="29352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60">
                <a:solidFill>
                  <a:srgbClr val="29323D"/>
                </a:solidFill>
              </a:defRPr>
            </a:pPr>
            <a:r>
              <a:t>Exact VTX harness pin names depend on the final kit, so I would verify them before wiring.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Communication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Three different links are used because they do three different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2 requirements: choose RC, telemetry and VTX; explain use, model, protocol, range, power and Pixhawk connections. Source: supplied task deck.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0972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377440"/>
                <a:gridCol w="2880360"/>
                <a:gridCol w="2057400"/>
              </a:tblGrid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System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Direction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job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Interface / protocol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Range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RC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Ground → Drone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Pilot commands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PPM over receiver output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500–1500 m in air*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Telemetry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Drone ↔ Ground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Flight data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UART + MAVLink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&gt;300 m out of box*</a:t>
                      </a:r>
                    </a:p>
                  </a:txBody>
                  <a:tcPr marL="73152" marR="73152" marT="36576" marB="36576"/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VTX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Drone → Ground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Live video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Digital RF / 5.8 GHz band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Up to ~4 km claimed for V2 kit*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160520"/>
            <a:ext cx="1037844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315968"/>
            <a:ext cx="100492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Simple way I think about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782312"/>
            <a:ext cx="9976104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RC = control   |   Telemetry = status/data   |   VTX =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5B6775"/>
                </a:solidFill>
                <a:latin typeface="Aptos"/>
              </a:defRPr>
            </a:pPr>
            <a:r>
              <a:t>* These are manufacturer-stated figures and can be lower in real flight because of interference, antennas, terrain and local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Final Communication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This is the version I would put into the main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2 requirements: choose RC, telemetry and VTX; explain use, model, protocol, range, power and Pixhawk connections.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011680"/>
            <a:ext cx="3657600" cy="123444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2167128"/>
            <a:ext cx="33284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PIXHAWK 6C 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633472"/>
            <a:ext cx="3255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RC IN + TELEM1</a:t>
            </a:r>
          </a:p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Main flight 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960120"/>
            <a:ext cx="2743200" cy="109728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115568"/>
            <a:ext cx="2414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FS-iA6B Receiver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581912"/>
            <a:ext cx="234086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PPM / 5 V / GND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2743200" cy="109728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813048"/>
            <a:ext cx="2414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SiK Telemetry 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279392"/>
            <a:ext cx="234086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UART / MAVLink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960120"/>
            <a:ext cx="2743200" cy="1097280"/>
          </a:xfrm>
          <a:prstGeom prst="roundRect">
            <a:avLst/>
          </a:prstGeom>
          <a:solidFill>
            <a:srgbClr val="FAEFE1"/>
          </a:solidFill>
          <a:ln w="17780">
            <a:solidFill>
              <a:srgbClr val="E0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115568"/>
            <a:ext cx="2414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08B36"/>
                </a:solidFill>
                <a:latin typeface="Aptos"/>
              </a:defRPr>
            </a:pPr>
            <a:r>
              <a:t>Walksnail VTX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581912"/>
            <a:ext cx="234086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Digital video / 5.8 GHz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657600"/>
            <a:ext cx="274320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3813048"/>
            <a:ext cx="2414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FPV Goggles / 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4279392"/>
            <a:ext cx="234086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Receives video + telemetry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37560" y="1508760"/>
            <a:ext cx="914400" cy="73152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337560" y="3017520"/>
            <a:ext cx="914400" cy="118872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909560" y="1508760"/>
            <a:ext cx="960120" cy="822960"/>
          </a:xfrm>
          <a:prstGeom prst="line">
            <a:avLst/>
          </a:prstGeom>
          <a:ln w="27940">
            <a:solidFill>
              <a:srgbClr val="E08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09560" y="2788920"/>
            <a:ext cx="960120" cy="141732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54680" y="1737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16FB4"/>
                </a:solidFill>
                <a:latin typeface="Aptos"/>
              </a:defRPr>
            </a:pPr>
            <a:r>
              <a:t>PPM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657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E9E60"/>
                </a:solidFill>
                <a:latin typeface="Aptos"/>
              </a:defRPr>
            </a:pPr>
            <a:r>
              <a:t>UART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155448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08B36"/>
                </a:solidFill>
                <a:latin typeface="Aptos"/>
              </a:defRPr>
            </a:pPr>
            <a:r>
              <a:t>5.8 GHz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657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E9E60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5120640"/>
            <a:ext cx="525780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5276088"/>
            <a:ext cx="49286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Final choices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7" y="5742431"/>
            <a:ext cx="4855464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9323D"/>
                </a:solidFill>
                <a:latin typeface="Aptos"/>
              </a:defRPr>
            </a:pPr>
            <a:r>
              <a:t>FS-i6X + FS-iA6B | SiK V3 | Walksnail Avatar 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Task 2 — Sources and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I would replace any approximate price later with the exact store price I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Sources: official manufacturer documentation checked during preparation.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FlySky FS-iA6B official specifications — 2.4 GHz, AFHDS 2A, 500–1500 m in air, 4.0–8.4 V, PPM/i.BUS/S.BUS/PWM.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Holybro Pixhawk 6C Mini port documentation — RC IN supports SBUS/PPM; TELEM1 provides VCC, TX, RX and GND.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Holybro SiK Telemetry Radio V3 — Pixhawk-compatible, MAVLink-focused, 433 MHz / 915 MHz variants, typically &gt;300 m out of the box.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Walksnail Avatar V2 documentation — 5.725–5.850 GHz, 6–25.2 V input, 15.4 g VTX module, digital HD video.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Note: the final VTX camera-to-VTX harness pinout should be checked from the exact kit before wiring.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